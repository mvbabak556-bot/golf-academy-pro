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embeddedFontLst>
    <p:embeddedFont>
      <p:font typeface="Vazirmatn" charset="178" pitchFamily="34"/>
      <p:regular r:id="rId35"/>
      <p:bold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font" Target="fonts/font_rId35.fntdata"/><Relationship Id="rId36" Type="http://schemas.openxmlformats.org/officeDocument/2006/relationships/font" Target="fonts/font_rId3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2-intermediate_1.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1C">
              <a:alpha val="6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794760"/>
            <a:ext cx="12191695" cy="3063240"/>
          </a:xfrm>
          <a:prstGeom prst="rect">
            <a:avLst/>
          </a:prstGeom>
          <a:solidFill>
            <a:srgbClr val="16211C">
              <a:alpha val="5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65615" y="0"/>
            <a:ext cx="2926080" cy="146304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Vazirmatn"/>
                <a:cs typeface="Vazirmatn"/>
              </a:rPr>
              <a:t>Puttclub</a:t>
            </a:r>
          </a:p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7E2D6"/>
                </a:solidFill>
                <a:latin typeface="Vazirmatn"/>
                <a:cs typeface="Vazirmatn"/>
              </a:rPr>
              <a:t>آکادمی گلف پات‌کلاب  ·  الهام طالبی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1175" y="502920"/>
            <a:ext cx="3520440" cy="841248"/>
          </a:xfrm>
          <a:prstGeom prst="roundRect">
            <a:avLst>
              <a:gd name="adj" fmla="val 6000"/>
            </a:avLst>
          </a:prstGeom>
          <a:solidFill>
            <a:srgbClr val="FFFFFF">
              <a:alpha val="1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31175" y="548640"/>
            <a:ext cx="3520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مدرس: الهام طالبی</a:t>
            </a:r>
          </a:p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B5F6"/>
                </a:solidFill>
                <a:latin typeface="Vazirmatn"/>
                <a:cs typeface="Vazirmatn"/>
              </a:rPr>
              <a:t>مدرس درجه یک گلف ایران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362895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64B5F6"/>
                </a:solidFill>
                <a:latin typeface="Vazirmatn"/>
                <a:cs typeface="Vazirmatn"/>
              </a:rPr>
              <a:t>Puttclub  |  آکادمی گلف پات‌کلاب  |  سطح ۲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Vazirmatn"/>
                <a:cs typeface="Vazirmatn"/>
              </a:rPr>
              <a:t>دوره دوم آموزش گلف — تکمیلی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D7E2D6"/>
                </a:solidFill>
                <a:latin typeface="Vazirmatn"/>
                <a:cs typeface="Vazirmatn"/>
              </a:rPr>
              <a:t>تثبیت تکنیک، کنترل ضربه و ورود به بازی هدفمند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C9D6C8"/>
                </a:solidFill>
                <a:latin typeface="Vazirmatn"/>
                <a:cs typeface="Vazirmatn"/>
              </a:rPr>
              <a:t>پیش‌نیاز: گذراندن دوره مقدماتی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C9D6C8"/>
                </a:solidFill>
                <a:latin typeface="Vazirmatn"/>
                <a:cs typeface="Vazirmatn"/>
              </a:rPr>
              <a:t>هدف: تبدیل تکنیک پایه به مهارت تکرارپذیر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C9D6C8"/>
                </a:solidFill>
                <a:latin typeface="Vazirmatn"/>
                <a:cs typeface="Vazirmatn"/>
              </a:rPr>
              <a:t>۲۴ فصل آموزشی  ·  ۱۲ جلسه عملی  ·  آزمون پایان دوره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114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latin typeface="Vazirmatn"/>
                <a:cs typeface="Vazirmatn"/>
                <a:solidFill>
                  <a:srgbClr val="FFFFFF">
                    <a:alpha val="22000"/>
                  </a:srgbClr>
                </a:solidFill>
              </a:rPr>
              <a:t>۰۲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999713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Vazirmatn"/>
                <a:cs typeface="Vazirmatn"/>
              </a:rPr>
              <a:t>اهداف دوره تکمیلی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AF3E8"/>
                </a:solidFill>
                <a:latin typeface="Vazirmatn"/>
                <a:cs typeface="Vazirmatn"/>
              </a:rPr>
              <a:t>از «یادگیری ضربه» تا «کنترل و تکرارپذیری»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535" y="3429000"/>
            <a:ext cx="49377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Swing تکرارپذیرتر و شناخت فاصله هر کلاب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کنترل مسیر و ارتفاع توپ تا حدی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ثبات بیشتر در Iron و Wood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تقویت Short Game و خواندن Green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کنترل Putting در سرعت و جهت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تصمیم‌های ساده تاکتیکی و اصلاح خطا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۲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مرور چهار پایه تکنیک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0891" y="196596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0891" y="1965960"/>
            <a:ext cx="2453563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62059" y="2130552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Grip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آیا فشار دست مناسب است؟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96596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965960"/>
            <a:ext cx="2453563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4175" y="2130552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Posture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آیا بدن در وضعیت طبیعی است؟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5123" y="196596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5123" y="1965960"/>
            <a:ext cx="2453563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6291" y="2130552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Alignment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آیا Face و بدن نسبت به هدف درست‌اند؟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96596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965960"/>
            <a:ext cx="2453563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130552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Balance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آیا در طول Swing تعادل حفظ می‌شود؟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تمرین: بدون توپ ۱۰ بار Setup بگیرید؛ تا Setup تکرارپذیر نشده وارد اصلاحات پیچیده نشوید.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۳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کنترل Swing و Tempo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در دوره مقدماتی Swing را یاد گرفتیم؛ حالا باید آن را کنترل کنیم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چهار عامل مهم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Tempo + Balance + Sequence + Contact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Tempo یعنی ریتم کلی و قابل تکرار Swing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اشتباهات رایج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565C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Backswing بسیار سریع و Downswing ناگهانی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565C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تلاش برای زدن توپ با حداکثر قدرت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تمرین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۵ Swing با سرعت ۵۰٪، ۵ با ۷۰٪، ۵ با سرعت طبیعی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هدف یافتن ریتمی آرام است که بازیکن بتواند آن را بارها تکرار کند.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۴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ترتیب انتقال نیرو (Sequence)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4246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42460" y="2651760"/>
            <a:ext cx="1926275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12989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218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Lower Body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پایین‌تنه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7585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87585" y="2651760"/>
            <a:ext cx="1926275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8114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7313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Hips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لگن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271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32710" y="2651760"/>
            <a:ext cx="1926275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3239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243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Torso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تنه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7835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7835" y="2651760"/>
            <a:ext cx="1926275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48364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563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Arms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دست‌ها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2651760"/>
            <a:ext cx="1926275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93489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Club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کلاب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بدن نباید کاملاً هم‌زمان و بی‌ترتیب حرکت کند؛ حرکت را از زمین و پایین‌تنه شروع کنید.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۵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Iron Play تکمیلی — جدول شخصی فاصله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2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4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Club</a:t>
                      </a:r>
                    </a:p>
                  </a:txBody>
                  <a:tcPr anchor="ctr" marT="25400" marB="25400">
                    <a:solidFill>
                      <a:srgbClr val="156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4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Carry (هوا)</a:t>
                      </a:r>
                    </a:p>
                  </a:txBody>
                  <a:tcPr anchor="ctr" marT="25400" marB="25400">
                    <a:solidFill>
                      <a:srgbClr val="156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4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Total (نهایی)</a:t>
                      </a:r>
                    </a:p>
                  </a:txBody>
                  <a:tcPr anchor="ctr" marT="25400" marB="25400">
                    <a:solidFill>
                      <a:srgbClr val="156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4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هدف</a:t>
                      </a:r>
                    </a:p>
                  </a:txBody>
                  <a:tcPr anchor="ctr" marT="25400" marB="25400">
                    <a:solidFill>
                      <a:srgbClr val="1565C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7 Iron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کنترل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8 Iron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کنترل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9 Iron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کنترل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PW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Approach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98348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برای هر Iron حداقل ۱۰ ضربه بزنید و میانگین Carry را ثبت کنید؛ هدف «فاصله قابل اعتماد» است نه بهترین ضربه.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dress-iron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تمرین کنترل نقطه تماس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۶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کنترل Contact و Divot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1565C0"/>
                </a:solidFill>
                <a:latin typeface="Vazirmatn"/>
                <a:cs typeface="Vazirmatn"/>
              </a:rPr>
              <a:t>در بسیاری از ضربات Iron ترتیب مطلوب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توپ ← زمین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Divot باید بعد از نقطه تماس با توپ شروع شود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1565C0"/>
                </a:solidFill>
                <a:latin typeface="Vazirmatn"/>
                <a:cs typeface="Vazirmatn"/>
              </a:rPr>
              <a:t>تمرین خط روی زمین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یک خط روی چمن ایجاد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ابتدا بدون توپ؛ نقطه پایین Swing باید بعد از خط باشد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سپس توپ را جلوی خط قرار دهید و تمرین را ادامه دهید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این تمرین موقعیت تماس Ball-First را تثبیت می‌کند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اگر Divit پشت خط ایجاد شود، یعنی کلاب زودتر از توپ به زمین می‌رسد.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۷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تشخیص مسیر کلی توپ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Straight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تقریباً مستقیم حرکت می‌کند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Fade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برای راست‌دست کمی به سمت راست منحنی می‌شود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Draw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برای راست‌دست کمی به سمت چپ منحنی می‌شود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در این مرحله هدف ساخت عمدی Draw/Fade نیست؛ ابتدا پرواز طبیعی توپ خود را بشناسید.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river-tee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کنترل Driver به‌جای حداکثر قدرت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۸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Wood و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1565C0"/>
                </a:solidFill>
                <a:latin typeface="Vazirmatn"/>
                <a:cs typeface="Vazirmatn"/>
              </a:rPr>
              <a:t>سه موضوع قابل‌کنترل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Contact، Direction، Launch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1565C0"/>
                </a:solidFill>
                <a:latin typeface="Vazirmatn"/>
                <a:cs typeface="Vazirmatn"/>
              </a:rPr>
              <a:t>Contact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توپ روی کجای Face برخورد می‌کند؟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1565C0"/>
                </a:solidFill>
                <a:latin typeface="Vazirmatn"/>
                <a:cs typeface="Vazirmatn"/>
              </a:rPr>
              <a:t>Direction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توپ به کدام سمت شروع می‌شود؟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1565C0"/>
                </a:solidFill>
                <a:latin typeface="Vazirmatn"/>
                <a:cs typeface="Vazirmatn"/>
              </a:rPr>
              <a:t>Launch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توپ با چه ارتفاعی حرکت می‌کند؟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1565C0"/>
                </a:solidFill>
                <a:latin typeface="Vazirmatn"/>
                <a:cs typeface="Vazirmatn"/>
              </a:rPr>
              <a:t>تمرین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۱۰ توپ بزنید و برای هرکدام ثبت کنید: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1565C0"/>
                </a:solidFill>
                <a:latin typeface="Vazirmatn"/>
                <a:cs typeface="Vazirmatn"/>
              </a:rPr>
              <a:t>–  </a:t>
            </a:r>
            <a:r>
              <a:rPr sz="1250" b="0" i="0">
                <a:solidFill>
                  <a:srgbClr val="1F2A24"/>
                </a:solidFill>
                <a:latin typeface="Vazirmatn"/>
                <a:cs typeface="Vazirmatn"/>
              </a:rPr>
              <a:t>جهت شروع، نقطه برخورد، Carry، Total و خطای اصلی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به‌جای «امروز خوب نزدم» بگویید: «بیشتر خطاها راست بود و Contact خارج از مرکز بود.»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۹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شناخت فاصله و Distance 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فاصله هر کلاب فقط یک عدد ثابت نیست (مثلاً PW = ۹۰ متر)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فاکتورهای تأثیرگذار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565C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باد، دما و ارتفاع از سطح دریا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565C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Lie (وضعیت توپ) و نوع توپ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565C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کیفیت Contact و شرایط زمین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راهکار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یک Yardage / Distance Book شخصی بسازید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اعداد را بر اساس میانگین ضربات واقعی خود تکمیل کنید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بازیکن تکمیلی فاصله هر کلاب را در شرایط مختلف می‌شناسد، نه فقط یک عدد خشک.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۱۰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Pitching تکمیلی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سه فاصله تمرینی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۲۰، ۴۰ و ۶۰ متر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برای هر فاصله این موارد را کنترل کنید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565C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Setup، طول Backswing، سرعت و Finish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اصل مهم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فاصله را فقط با زور بیشتر کنترل نکنید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به‌جای آن سه عامل را مدیریت کنید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565C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Length (طول Swing) + Speed (سرعت) + Loft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Pitch کنترل‌شده یعنی ترکیب درست طول نوسان و سرعت، نه نیروی دست.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۱۱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Landing Zone در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یکی از مهم‌ترین مهارت‌های Short Game: محل فرود توپ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قبل از ضربه بدانید توپ کجا فرود می‌آید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معادله پایه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Carry + Roll = Total Distance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Carry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مسیر هوایی تا اولین برخورد با زمین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Roll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مسافت غلتش بعد از برخورد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اگر Green سریع باشد Roll بیشتر است؛ پس Landing Point تغییر می‌کند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اول نقطه فرود را مشخص کنید، سپس کلاب و طول Swing را انتخاب کنید.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۱۲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سه نوع Chip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Chip کوتاه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ارتفاع کم و Roll بیشتر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Chip متوسط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ارتفاع و Roll متعادل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Chip بلند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ارتفاع بیشتر و Roll کمتر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تمرین سه کلاب: از یک نقطه ثابت با سه کلاب مختلف Chip بزنید تا اثر Loft بر پرواز و Roll را ببینید.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p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کنترل نقطه فرود در ضربه Chip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۱۳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انتخاب Landing Point در Chip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به‌جای تمرکز دائمی روی Hole، Landing Point را مشخص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1565C0"/>
                </a:solidFill>
                <a:latin typeface="Vazirmatn"/>
                <a:cs typeface="Vazirmatn"/>
              </a:rPr>
              <a:t>مسیر ذهنی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توپ ← Landing Point ← Roll ← Hole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1565C0"/>
                </a:solidFill>
                <a:latin typeface="Vazirmatn"/>
                <a:cs typeface="Vazirmatn"/>
              </a:rPr>
              <a:t>تمرین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یک محدوده مشخص روی Green را به‌عنوان Landing Zone تعیین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بازیکن تلاش کند توپ را در همان منطقه فرود بیاورد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با تکرار، کنترل نقطه فرود تبدیل به عادت می‌شود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اگر نقطه فرود درست باشد، Roll خودبه‌خود توپ را به هدف نزدیک می‌کند.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۱۴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سه مهارت اصلی Putting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Alignment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خط شروع درست توپ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Speed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کنترل سرعت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Green Reading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خواندن شیب و Break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۱۵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مراحل Green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4246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42460" y="2651760"/>
            <a:ext cx="1926275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12989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218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پشت توپ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خط کلی را ببین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7585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87585" y="2651760"/>
            <a:ext cx="1926275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8114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7313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از سمت Hole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شیب را برعکس ببین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271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32710" y="2651760"/>
            <a:ext cx="1926275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3239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243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تخمین سرعت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Green تند یا کند؟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7835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7835" y="2651760"/>
            <a:ext cx="1926275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48364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563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Break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مقدار انحنا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2651760"/>
            <a:ext cx="1926275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93489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نقطه شروع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انتخاب خط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قبل از Setup، خط و سرعت را مشخص کنید؛ وقتی روی توپ قرار گرفتید فقط اجرا کنید.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een-hole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کنترل سرعت روی Green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۱۶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کنترل فاصله در Putting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1565C0"/>
                </a:solidFill>
                <a:latin typeface="Vazirmatn"/>
                <a:cs typeface="Vazirmatn"/>
              </a:rPr>
              <a:t>تمرین بسیار مهم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Ladder Drill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توپ‌ها را در فاصله‌های ۳، ۶، ۹ و ۱۲ متری قرار دهید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هدف این نیست که همه توپ‌ها وارد Hole شوند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1565C0"/>
                </a:solidFill>
                <a:latin typeface="Vazirmatn"/>
                <a:cs typeface="Vazirmatn"/>
              </a:rPr>
              <a:t>هدف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توپ‌ها در محدوده مشخصی از Hole متوقف شوند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این تمرین حس فاصله (Distance Control) را بسیار بهتر می‌کند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توپی که با سرعت درست به Hole برسد، حتی اگر وارد نشود نزدیک متوقف می‌شود.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۱۷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Short Putts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برای Putt‌های کوتاه Alignment اهمیت زیادی دارد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Face باید در لحظه برخورد کنترل شود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روتین قبل از ضربه باید ثابت و یکسان باشد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تمرین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توپ‌ها را در فاصله ۱ متری اطراف Hole بگذارید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هدف تکرار موفقیت؛ سپس فاصله را به ۲ و ۳ متر افزایش دهید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Short Putts بیشتر به روتین ثابت و کنترل Face وابسته است تا قدرت.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۱۸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روند تصمیم‌گیری پیش از ضربه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138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138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0828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7866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فاصله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Distance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18942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18942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81632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8670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Lie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وضعیت توپ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79745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79745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42436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9473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خطرات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Hazards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549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549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03239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277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باد و شیب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شرایط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01352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01352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64043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1080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انتخاب کلاب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Club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62156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62156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4846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71884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Target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هدف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85650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اجرا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Swing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این هفت گام را برای هر ضربه طی کنید تا تصمیم‌گیری تبدیل به روتین شود.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۱۹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مدیریت ریسک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3007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3007" y="1965960"/>
            <a:ext cx="5181447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4175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انتخاب A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ضربه مستقیم و پرریسک؛ پاداش بیشتر ولی احتمال خطای بالا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5181447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565C0"/>
                </a:solidFill>
                <a:latin typeface="Vazirmatn"/>
                <a:cs typeface="Vazirmatn"/>
              </a:rPr>
              <a:t>انتخاب B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هدف کمی دورتر از خطر؛ احتمال موفقیت بیشتر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همیشه به دنبال بهترین ضربه نیستیم؛ به دنبال بهترین تصمیم هستیم.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۲۰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Pre-Shot Routine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138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138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0828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7866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پشت توپ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بایست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18942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18942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81632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8670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هدف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مشخص کن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79745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79745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42436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9473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تصویر ذهنی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ضربه را ببین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549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549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03239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277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کلاب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انتخاب کن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01352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01352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64043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1080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Setup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آماده شو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62156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62156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4846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71884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یک نفس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آرامش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2651760"/>
            <a:ext cx="1310596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85650" y="2267712"/>
            <a:ext cx="585216" cy="58521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Swing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اجرا کن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هدف این است که قبل از هر ضربه وارد یک وضعیت ذهنی ثابت و تکرارشونده شوید.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۲۱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Post-Shot Routine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اگر ضربه خوب بود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ثبت کن ← ادامه بده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اگر ضربه بد بود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اشتباه را شناسایی کن ← یک نکته یاد بگیر ← رها کن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نمونه نادرست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«چرا همیشه خراب می‌کنم؟»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1565C0"/>
                </a:solidFill>
                <a:latin typeface="Vazirmatn"/>
                <a:cs typeface="Vazirmatn"/>
              </a:rPr>
              <a:t>نمونه درست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«Face باز بود؛ ضربه بعدی Alignment را دوباره بررسی می‌کنم.»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روی ضربه قبلی باقی نمانید؛ وارد ضربه بعدی شوید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تحلیل کوتاه و مشخص، سپس رها کردن — کلاسیک‌ترین عادت بازیکنان باهوش.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۲۲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ثبت اطلاعات در بازی آموزشی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2" cy="226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مورد ثبت</a:t>
                      </a:r>
                    </a:p>
                  </a:txBody>
                  <a:tcPr anchor="ctr" marT="25400" marB="25400">
                    <a:solidFill>
                      <a:srgbClr val="156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توضیح</a:t>
                      </a:r>
                    </a:p>
                  </a:txBody>
                  <a:tcPr anchor="ctr" marT="25400" marB="25400">
                    <a:solidFill>
                      <a:srgbClr val="156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مورد ثبت</a:t>
                      </a:r>
                    </a:p>
                  </a:txBody>
                  <a:tcPr anchor="ctr" marT="25400" marB="25400">
                    <a:solidFill>
                      <a:srgbClr val="156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توضیح</a:t>
                      </a:r>
                    </a:p>
                  </a:txBody>
                  <a:tcPr anchor="ctr" marT="25400" marB="25400">
                    <a:solidFill>
                      <a:srgbClr val="1565C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کلاب انتخابی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کدام کلاب؟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تعداد Stroke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چند ضربه؟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هدف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Target کجا بود؟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اشتباه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خطا چه بود؟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نتیجه ضربه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نتیجه واقعی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تصمیم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درست یا غلط؟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416552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ثبت این موارد تمرین را از حالت صرفاً تکنیکی خارج و به بازی واقعی نزدیک می‌کند.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orecard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ثبت و تحلیل Score بعد از راند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۲۳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تحلیل بعد از بازی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بیشترین خطای من چه بود؟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کدام کلاب بهترین عملکرد را داشت؟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بیشترین ضربه را کجا از دست دادم؟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Short Game و Putting من چگونه بود؟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آیا تصمیم‌های درستی گرفتم؟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در کدام قسمت باید بیشتر تمرین کنم؟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بعد از هر بازی فقط یک یا دو هدف مشخص برای تمرین بعدی انتخاب کنید.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فصل ۲۴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برنامه عملی ۱۲ جلسه‌ای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2" cy="38861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جلسه</a:t>
                      </a:r>
                    </a:p>
                  </a:txBody>
                  <a:tcPr anchor="ctr" marT="25400" marB="25400">
                    <a:solidFill>
                      <a:srgbClr val="156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موضوع</a:t>
                      </a:r>
                    </a:p>
                  </a:txBody>
                  <a:tcPr anchor="ctr" marT="25400" marB="25400">
                    <a:solidFill>
                      <a:srgbClr val="156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جلسه</a:t>
                      </a:r>
                    </a:p>
                  </a:txBody>
                  <a:tcPr anchor="ctr" marT="25400" marB="25400">
                    <a:solidFill>
                      <a:srgbClr val="156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موضوع</a:t>
                      </a:r>
                    </a:p>
                  </a:txBody>
                  <a:tcPr anchor="ctr" marT="25400" marB="25400">
                    <a:solidFill>
                      <a:srgbClr val="1565C0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مرور Setup + Grip + Alignment + Balance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۷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Chipping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۲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Swing و Tempo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۸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Putting + Green Reading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۳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Iron و Contact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۹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Course Management + Routine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Iron Distance Control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بازی آموزشی + Score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۵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Wood و Driver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تحلیل عملکرد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1565C0"/>
                          </a:solidFill>
                          <a:latin typeface="Vazirmatn"/>
                          <a:cs typeface="Vazirmatn"/>
                        </a:rPr>
                        <a:t>۶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Pitching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۱۲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آزمون نهایی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هر جلسه ترکیبی از تکنیک، تمرین هدفمند و سناریوی واقعی است.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آزمون پایان دوره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آزمون پایان دوره تکمیلی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12556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12556" y="1920240"/>
            <a:ext cx="3301898" cy="65836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12556" y="2487168"/>
            <a:ext cx="3301898" cy="9144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5436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تئوری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8588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کلاب مناسب را انتخاب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مفهوم Carry و Total را بداند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Landing Point را توضیح دهد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خطر و ریسک را تشخیص دهد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Scorecard را صحیح تکمیل کند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4898" y="1920240"/>
            <a:ext cx="3301898" cy="65836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4898" y="2487168"/>
            <a:ext cx="3301898" cy="9144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7778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تکنیک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930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Iron با Contact مناسب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Wood/Driver کنترل‌شده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Pitch در چند فاصله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Chip با کلاب‌های مختلف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Putting با کنترل فاصله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Break ساده را بخواند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1920240"/>
            <a:ext cx="3301898" cy="65836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487168"/>
            <a:ext cx="3301898" cy="91440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بازی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Pre-Shot Routine داشته باشد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هدف مشخص تعیین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Score خود را ثبت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565C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بعد از بازی تحلیل کند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80760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65C0"/>
                </a:solidFill>
                <a:latin typeface="Vazirmatn"/>
                <a:cs typeface="Vazirmatn"/>
              </a:rPr>
              <a:t>تسلط بر این موارد یعنی آماده‌گذار از مرحله مربی‌محور به تصمیم‌گیری مستقل.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Vazirmatn"/>
                <a:cs typeface="Vazirmatn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96313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4B5F6"/>
                </a:solidFill>
                <a:latin typeface="Vazirmatn"/>
                <a:cs typeface="Vazirmatn"/>
              </a:rPr>
              <a:t>معیار ورود به سطح بعد  |  از مربی‌محوری به استقلال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814255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Vazirmatn"/>
                <a:cs typeface="Vazirmatn"/>
              </a:rPr>
              <a:t>« از «مربی به من می‌گوید چه کار کنم» به «خودم می‌دانم چه ضربه‌ای، با کدام کلاب و چرا باید بزنم». »</a:t>
            </a:r>
          </a:p>
          <a:p>
            <a:pPr algn="ctr" rtl="1">
              <a:lnSpc>
                <a:spcPct val="120000"/>
              </a:lnSpc>
              <a:spcBef>
                <a:spcPts val="1800"/>
              </a:spcBef>
              <a:spcAft>
                <a:spcPts val="800"/>
              </a:spcAft>
            </a:pPr>
            <a:r>
              <a:rPr sz="1600" b="0" i="0">
                <a:solidFill>
                  <a:srgbClr val="C9D6C8"/>
                </a:solidFill>
                <a:latin typeface="Vazirmatn"/>
                <a:cs typeface="Vazirmatn"/>
              </a:rPr>
              <a:t>این دقیقاً مرز بین بازیکن مبتدی و بازیکنی است که درک واقعی از بازی گلف پیدا کرده است.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urse-aerial_1.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1C">
              <a:alpha val="7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Vazirmatn"/>
                <a:cs typeface="Vazirmatn"/>
              </a:rPr>
              <a:t>مسیر چهار سطح آموزشی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0891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0891" y="2286000"/>
            <a:ext cx="2316403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70619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مقدماتی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5483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شناخت و تکنیک پایه</a:t>
            </a:r>
          </a:p>
        </p:txBody>
      </p:sp>
      <p:sp>
        <p:nvSpPr>
          <p:cNvPr id="10" name="Left Arrow 9"/>
          <p:cNvSpPr/>
          <p:nvPr/>
        </p:nvSpPr>
        <p:spPr>
          <a:xfrm>
            <a:off x="8576843" y="2971800"/>
            <a:ext cx="310896" cy="457200"/>
          </a:xfrm>
          <a:prstGeom prst="leftArrow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2286000"/>
            <a:ext cx="2316403" cy="56692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8455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تکمیلی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319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تثبیت و کنترل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5894679" y="2971800"/>
            <a:ext cx="310896" cy="457200"/>
          </a:xfrm>
          <a:prstGeom prst="leftArrow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96563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96563" y="2286000"/>
            <a:ext cx="2316403" cy="566928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6291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نیمه‌پیشرفته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1155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استراتژی و مدیریت زمین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3212515" y="2971800"/>
            <a:ext cx="310896" cy="457200"/>
          </a:xfrm>
          <a:prstGeom prst="leftArrow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2286000"/>
            <a:ext cx="2316403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پیشرفته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عملکرد رقابتی و تخصص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34840"/>
            <a:ext cx="999713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AF3E8"/>
                </a:solidFill>
                <a:latin typeface="Vazirmatn"/>
                <a:cs typeface="Vazirmatn"/>
              </a:rPr>
              <a:t>گام بعدی: کنترل بازی، استراتژی و مدیریت آگاهانه یک راند کامل.</a:t>
            </a:r>
          </a:p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B5F6"/>
                </a:solidFill>
                <a:latin typeface="Vazirmatn"/>
                <a:cs typeface="Vazirmatn"/>
              </a:rPr>
              <a:t>⛳ Puttclub  —  آکادمی گلف پات‌کلاب   |   مدرس: الهام طالبی (مدرس درجه یک گلف ایران)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Intermediate · Level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4B5F6"/>
                </a:solidFill>
                <a:latin typeface="Vazirmatn"/>
                <a:cs typeface="Vazirmatn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